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d069838904062" /><Relationship Type="http://schemas.openxmlformats.org/officeDocument/2006/relationships/extended-properties" Target="/docProps/app.xml" Id="Rfce0146f70a740ab" /><Relationship Type="http://schemas.openxmlformats.org/officeDocument/2006/relationships/officeDocument" Target="/ppt/presentation.xml" Id="R1e58b9e3ede5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1fb51bfa64e85"/>
  </p:sldMasterIdLst>
  <p:notesMasterIdLst>
    <p:notesMasterId xmlns:r="http://schemas.openxmlformats.org/officeDocument/2006/relationships" r:id="R1b3e3316ac134884"/>
  </p:notesMasterIdLst>
  <p:sldIdLst>
    <p:sldId xmlns:r="http://schemas.openxmlformats.org/officeDocument/2006/relationships" id="256" r:id="Radc94cfbedb74e1f"/>
    <p:sldId xmlns:r="http://schemas.openxmlformats.org/officeDocument/2006/relationships" id="257" r:id="R75789cf9831e42dc"/>
    <p:sldId xmlns:r="http://schemas.openxmlformats.org/officeDocument/2006/relationships" id="258" r:id="R4703b4ed51e2491b"/>
    <p:sldId xmlns:r="http://schemas.openxmlformats.org/officeDocument/2006/relationships" id="259" r:id="Re638cf31a23e4b21"/>
    <p:sldId xmlns:r="http://schemas.openxmlformats.org/officeDocument/2006/relationships" id="260" r:id="R4360261c01164582"/>
    <p:sldId xmlns:r="http://schemas.openxmlformats.org/officeDocument/2006/relationships" id="261" r:id="R30c3b1b53f3e4660"/>
    <p:sldId xmlns:r="http://schemas.openxmlformats.org/officeDocument/2006/relationships" id="262" r:id="Rd5f024b8747a4e14"/>
    <p:sldId xmlns:r="http://schemas.openxmlformats.org/officeDocument/2006/relationships" id="263" r:id="R53cdde4d9e734906"/>
    <p:sldId xmlns:r="http://schemas.openxmlformats.org/officeDocument/2006/relationships" id="264" r:id="Rb909ee526c6c46f8"/>
    <p:sldId xmlns:r="http://schemas.openxmlformats.org/officeDocument/2006/relationships" id="265" r:id="R730ccd2f321649d9"/>
    <p:sldId xmlns:r="http://schemas.openxmlformats.org/officeDocument/2006/relationships" id="266" r:id="R83a7adb16fad461e"/>
    <p:sldId xmlns:r="http://schemas.openxmlformats.org/officeDocument/2006/relationships" id="267" r:id="R1d8736a81a1c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a93d49a8d4906" /><Relationship Type="http://schemas.openxmlformats.org/officeDocument/2006/relationships/slideMaster" Target="/ppt/slideMasters/slideMaster1.xml" Id="R6051fb51bfa64e85" /><Relationship Type="http://schemas.openxmlformats.org/officeDocument/2006/relationships/notesMaster" Target="/ppt/notesMasters/notesMaster1.xml" Id="R1b3e3316ac134884" /><Relationship Type="http://schemas.openxmlformats.org/officeDocument/2006/relationships/presProps" Target="/ppt/presProps.xml" Id="Re6b1c8f6224d42e5" /><Relationship Type="http://schemas.openxmlformats.org/officeDocument/2006/relationships/tableStyles" Target="/ppt/tableStyles.xml" Id="R83efae96f6ca4a17" /><Relationship Type="http://schemas.openxmlformats.org/officeDocument/2006/relationships/slide" Target="/ppt/slides/slide1.xml" Id="Radc94cfbedb74e1f" /><Relationship Type="http://schemas.openxmlformats.org/officeDocument/2006/relationships/slide" Target="/ppt/slides/slide2.xml" Id="R75789cf9831e42dc" /><Relationship Type="http://schemas.openxmlformats.org/officeDocument/2006/relationships/slide" Target="/ppt/slides/slide3.xml" Id="R4703b4ed51e2491b" /><Relationship Type="http://schemas.openxmlformats.org/officeDocument/2006/relationships/slide" Target="/ppt/slides/slide4.xml" Id="Re638cf31a23e4b21" /><Relationship Type="http://schemas.openxmlformats.org/officeDocument/2006/relationships/slide" Target="/ppt/slides/slide5.xml" Id="R4360261c01164582" /><Relationship Type="http://schemas.openxmlformats.org/officeDocument/2006/relationships/slide" Target="/ppt/slides/slide6.xml" Id="R30c3b1b53f3e4660" /><Relationship Type="http://schemas.openxmlformats.org/officeDocument/2006/relationships/slide" Target="/ppt/slides/slide7.xml" Id="Rd5f024b8747a4e14" /><Relationship Type="http://schemas.openxmlformats.org/officeDocument/2006/relationships/slide" Target="/ppt/slides/slide8.xml" Id="R53cdde4d9e734906" /><Relationship Type="http://schemas.openxmlformats.org/officeDocument/2006/relationships/slide" Target="/ppt/slides/slide9.xml" Id="Rb909ee526c6c46f8" /><Relationship Type="http://schemas.openxmlformats.org/officeDocument/2006/relationships/slide" Target="/ppt/slides/slide10.xml" Id="R730ccd2f321649d9" /><Relationship Type="http://schemas.openxmlformats.org/officeDocument/2006/relationships/slide" Target="/ppt/slides/slide11.xml" Id="R83a7adb16fad461e" /><Relationship Type="http://schemas.openxmlformats.org/officeDocument/2006/relationships/slide" Target="/ppt/slides/slide12.xml" Id="R1d8736a81a1c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294fe1dd046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d2815096a64537" /><Relationship Type="http://schemas.openxmlformats.org/officeDocument/2006/relationships/notesMaster" Target="/ppt/notesMasters/notesMaster1.xml" Id="R3e943e72d62b46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8ee9090a434ba4" /><Relationship Type="http://schemas.openxmlformats.org/officeDocument/2006/relationships/notesMaster" Target="/ppt/notesMasters/notesMaster1.xml" Id="Rf1c57d447da440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e6e1d6452f4501" /><Relationship Type="http://schemas.openxmlformats.org/officeDocument/2006/relationships/notesMaster" Target="/ppt/notesMasters/notesMaster1.xml" Id="R7d8569e293e1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85d4cf26194ac1" /><Relationship Type="http://schemas.openxmlformats.org/officeDocument/2006/relationships/notesMaster" Target="/ppt/notesMasters/notesMaster1.xml" Id="R7dbb1b2d8bc04b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1ab84039784685" /><Relationship Type="http://schemas.openxmlformats.org/officeDocument/2006/relationships/notesMaster" Target="/ppt/notesMasters/notesMaster1.xml" Id="R4c7501e2d3c1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fc33b1da014cef" /><Relationship Type="http://schemas.openxmlformats.org/officeDocument/2006/relationships/notesMaster" Target="/ppt/notesMasters/notesMaster1.xml" Id="R1f3830337a2440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43aa064044dfd" /><Relationship Type="http://schemas.openxmlformats.org/officeDocument/2006/relationships/notesMaster" Target="/ppt/notesMasters/notesMaster1.xml" Id="Rce0b66bc03744b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525ef370a4cca" /><Relationship Type="http://schemas.openxmlformats.org/officeDocument/2006/relationships/notesMaster" Target="/ppt/notesMasters/notesMaster1.xml" Id="R53e49c381ecd43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2637f6d98344e1" /><Relationship Type="http://schemas.openxmlformats.org/officeDocument/2006/relationships/notesMaster" Target="/ppt/notesMasters/notesMaster1.xml" Id="R244fd34c4a8b4d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38341ec4c94ca5" /><Relationship Type="http://schemas.openxmlformats.org/officeDocument/2006/relationships/notesMaster" Target="/ppt/notesMasters/notesMaster1.xml" Id="Rf6ee85206ecc43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37f7a62daf4c01" /><Relationship Type="http://schemas.openxmlformats.org/officeDocument/2006/relationships/notesMaster" Target="/ppt/notesMasters/notesMaster1.xml" Id="R7bcd3640e107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afc397b7e34601" /><Relationship Type="http://schemas.openxmlformats.org/officeDocument/2006/relationships/notesMaster" Target="/ppt/notesMasters/notesMaster1.xml" Id="R273a42858695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Название использовать точно. ReproService — рабочее имя продукта. Представляем проектирование, не готовую платформу.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Пример иллюстрирует класс частичных отказов. Он не описывает реального клиента и не является нашим измерением. Практическую потребность ещё проверим интервью.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https://christophermeiklejohn.com/publications/filibuster-socc-2021.pdf</a:t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Ценность — наблюдаемый рабочий процесс. Готовность команд использовать его пока не подтверждена.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Не заявлять, что аналогов нет или что мы лучше всех. Уточнение после чтения S01 §3.1: описанная модель не отправляет запрос upstream при внедрении ошибки. Наше целевое расширение — потеря ответа после выполнения. Это отличие от модели статьи, а не доказанное преимущество над актуальной реализацией. Матрица основана на документации, развёртывание аналогов не проведено.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https://github.com/reynard-testing/reynard</a:t>
            </a:r>
          </a:p>
          <a:p xmlns:a="http://schemas.openxmlformats.org/drawingml/2006/main">
            <a:r>
              <a:t>https://www.filibuster.cloud/</a:t>
            </a:r>
          </a:p>
          <a:p xmlns:a="http://schemas.openxmlformats.org/drawingml/2006/main">
            <a:r>
              <a:t>https://antithesis.com/product/</a:t>
            </a:r>
          </a:p>
          <a:p xmlns:a="http://schemas.openxmlformats.org/drawingml/2006/main">
            <a:r>
              <a:t>https://chaos-mesh.org/docs/</a:t>
            </a:r>
          </a:p>
          <a:p xmlns:a="http://schemas.openxmlformats.org/drawingml/2006/main">
            <a:r>
              <a:t>https://keploy.io/docs/</a:t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Aldiyar.</a:t>
            </a:r>
          </a:p>
          <a:p xmlns:a="http://schemas.openxmlformats.org/drawingml/2006/main">
            <a:r>
              <a:t>Delta debugging и минимизация распределённых сбоев уже исследовались. См. ADR-005: общая валидация всех baseline, графовые связи лишь для приоритизации. Третий baseline — последовательное удаление. Дополнительный эксперимент PRE/POST сравнивает ошибку до операции с потерей ответа после успешного выполнения. Новизна конкретного варианта требует дальнейшей проверки; сейчас сформулирована проверяемая гипотеза.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https://ink.library.smu.edu.sg/sis_research/4844/</a:t>
            </a:r>
          </a:p>
          <a:p xmlns:a="http://schemas.openxmlformats.org/drawingml/2006/main">
            <a:r>
              <a:t>https://www.usenix.org/conference/nsdi16/technical-sessions/presentation/scott</a:t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Границы снижают риск нереализуемого диплома. Управление порядком запросов — Should, после обязательного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Полные Context, Use Case и Component схемы находятся в diagrams в editable drawio и SVG. Прокси перехватывает поддерживаемые события; runner восстанавливает стенд; oracle классифицирует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Aldiyar.</a:t>
            </a:r>
          </a:p>
          <a:p xmlns:a="http://schemas.openxmlformats.org/drawingml/2006/main">
            <a:r>
              <a:t>Trace ID связывает трассу, но не служит стабильным ключом повторного запуска. Ошибки reset и неоднозначное совпадение нельзя засчитывать как воспроизведение.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https://www.w3.org/TR/trace-context/</a:t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Askhat.</a:t>
            </a:r>
          </a:p>
          <a:p xmlns:a="http://schemas.openxmlformats.org/drawingml/2006/main">
            <a:r>
              <a:t>Демо 60–90 секунд: запустить, открыть событие, сократить, показать сравнение, экспортировать. Затем выбрать HTTP 503: PASS не должен позволять сокращать исходное нарушение.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Aldiyar.</a:t>
            </a:r>
          </a:p>
          <a:p xmlns:a="http://schemas.openxmlformats.org/drawingml/2006/main">
            <a:r>
              <a:t>Сценарий — единица анализа. Нельзя считать вложенные повторы независимыми системами. Сохраняем случаи, где baseline лучше; оцениваем угрозы валидности.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Все.</a:t>
            </a:r>
          </a:p>
          <a:p xmlns:a="http://schemas.openxmlformats.org/drawingml/2006/main">
            <a:r>
              <a:t>Имена владельцев — план ответственности. Это не утверждение о реализованных модулях. Не создавать искусственную историю коммитов от имени студентов.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Докладчик: Tamerlan.</a:t>
            </a:r>
          </a:p>
          <a:p xmlns:a="http://schemas.openxmlformats.org/drawingml/2006/main">
            <a:r>
              <a:t>Не объявлять внешние подтверждения полученными. Слайды обновить после интервью и реальной встречи. Список источников и степень прочтения — docs/03-literature-review.md и docs/12-references.md.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Статус: план проекта; собственных экспериментальных результатов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b12eff2424f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50cb5419d49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ec3a7142049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bd6a6aaea4d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0d436232a46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165a5bfaa40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63DC21-C51F-4C6B-978A-8DA0CD7A8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D7B0D2-C67A-4FFE-BE10-12B2F66A1F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140D8B-7E55-4000-8E7E-FC4627C06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0155C3-6E3A-46D2-84F6-13F0F415D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4895AC-78C5-4148-8B75-B4B508FDA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F255E9-1AB7-46F2-9F87-3AF50BCB8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073075-6DF2-4D81-BDC0-0562495D5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251A8A-BA48-478B-BDA2-DA42D00E2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9D1843-A7F8-436D-8CD3-19BBD1FF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D0F430-6F57-4DE7-B0E8-5088AD10D0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526aa69f864163" /><Relationship Type="http://schemas.openxmlformats.org/officeDocument/2006/relationships/slideLayout" Target="/ppt/slideLayouts/slideLayout1.xml" Id="Re041b3b96b9c4921" /><Relationship Type="http://schemas.openxmlformats.org/officeDocument/2006/relationships/slideLayout" Target="/ppt/slideLayouts/slideLayout2.xml" Id="R8595cfafe3ae4ef0" /><Relationship Type="http://schemas.openxmlformats.org/officeDocument/2006/relationships/slideLayout" Target="/ppt/slideLayouts/slideLayout3.xml" Id="R4972574efe0a4ab6" /><Relationship Type="http://schemas.openxmlformats.org/officeDocument/2006/relationships/slideLayout" Target="/ppt/slideLayouts/slideLayout4.xml" Id="R5d2aa998f41f4c53" /><Relationship Type="http://schemas.openxmlformats.org/officeDocument/2006/relationships/slideLayout" Target="/ppt/slideLayouts/slideLayout5.xml" Id="R250834762f804288" /><Relationship Type="http://schemas.openxmlformats.org/officeDocument/2006/relationships/slideLayout" Target="/ppt/slideLayouts/slideLayout6.xml" Id="Ra0e458d62164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1b3b96b9c4921"/>
    <p:sldLayoutId xmlns:r="http://schemas.openxmlformats.org/officeDocument/2006/relationships" id="2147483650" r:id="R8595cfafe3ae4ef0"/>
    <p:sldLayoutId xmlns:r="http://schemas.openxmlformats.org/officeDocument/2006/relationships" id="2147483651" r:id="R4972574efe0a4ab6"/>
    <p:sldLayoutId xmlns:r="http://schemas.openxmlformats.org/officeDocument/2006/relationships" id="2147483652" r:id="R5d2aa998f41f4c53"/>
    <p:sldLayoutId xmlns:r="http://schemas.openxmlformats.org/officeDocument/2006/relationships" id="2147483653" r:id="R250834762f804288"/>
    <p:sldLayoutId xmlns:r="http://schemas.openxmlformats.org/officeDocument/2006/relationships" id="2147483654" r:id="Ra0e458d62164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c264ec9c8407d" /><Relationship Type="http://schemas.openxmlformats.org/officeDocument/2006/relationships/notesSlide" Target="/ppt/notesSlides/notesSlide1.xml" Id="Re6d1d81c2b00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33d2bcf7343a2" /><Relationship Type="http://schemas.openxmlformats.org/officeDocument/2006/relationships/notesSlide" Target="/ppt/notesSlides/notesSlide2.xml" Id="Rfafed2af0615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972c4df914d4f" /><Relationship Type="http://schemas.openxmlformats.org/officeDocument/2006/relationships/notesSlide" Target="/ppt/notesSlides/notesSlide3.xml" Id="R31a4f670457f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337b6e39749b8" /><Relationship Type="http://schemas.openxmlformats.org/officeDocument/2006/relationships/notesSlide" Target="/ppt/notesSlides/notesSlide4.xml" Id="R71088974b80d47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c8e58a2084acb" /><Relationship Type="http://schemas.openxmlformats.org/officeDocument/2006/relationships/notesSlide" Target="/ppt/notesSlides/notesSlide5.xml" Id="R6f7339722af3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8f0c1e4544f3f" /><Relationship Type="http://schemas.openxmlformats.org/officeDocument/2006/relationships/notesSlide" Target="/ppt/notesSlides/notesSlide6.xml" Id="R501eaae121a543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96409e6494d55" /><Relationship Type="http://schemas.openxmlformats.org/officeDocument/2006/relationships/notesSlide" Target="/ppt/notesSlides/notesSlide7.xml" Id="R1cdbd482e00348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a5f3636ca4850" /><Relationship Type="http://schemas.openxmlformats.org/officeDocument/2006/relationships/notesSlide" Target="/ppt/notesSlides/notesSlide8.xml" Id="R122e962f5ce549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5a393fc5c4c9e" /><Relationship Type="http://schemas.openxmlformats.org/officeDocument/2006/relationships/notesSlide" Target="/ppt/notesSlides/notesSlide9.xml" Id="R19430e89059f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7742c39974e06" /><Relationship Type="http://schemas.openxmlformats.org/officeDocument/2006/relationships/notesSlide" Target="/ppt/notesSlides/notesSlide10.xml" Id="Rdeae3413047f41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ae3df26a54f1f" /><Relationship Type="http://schemas.openxmlformats.org/officeDocument/2006/relationships/notesSlide" Target="/ppt/notesSlides/notesSlide11.xml" Id="R4f8cb4327ec04a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1b769ce854d63" /><Relationship Type="http://schemas.openxmlformats.org/officeDocument/2006/relationships/notesSlide" Target="/ppt/notesSlides/notesSlide12.xml" Id="R0929d68ca648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89F3DDA-8E19-421A-B9E2-C7059782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ASTANA IT UNIVERSITY · SOFTWARE ENGINEERING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E1F2A6-6A61-43CE-B53B-0127ED05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ReproService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3E3C9C-E02D-4324-BD19-3666A06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D40A31-55B3-45A8-99E9-3B66C09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5C99057-3C19-4372-9FCA-895D8C4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Разработка платформы воспроизводимого тестирования микросервисов с управлением взаимодействиями и сокращением сценариев сбоя.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1150A35-6557-4DF6-B817-34689A41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Tamerlan Khassenov · Aldiyar Gaisa</a:t>
            </a:r>
          </a:p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Askhat Rakhmetollayev · группа SE-2416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CAE2049-C576-4835-8A45-4F64AD1D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Руководитель: Arailym Orazova, Senior-Lecturer</a:t>
            </a:r>
          </a:p>
          <a:p xmlns:a="http://schemas.openxmlformats.org/drawingml/2006/main">
            <a:pPr>
              <a:def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Пакет подготовки к 24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094056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E296FA1-6EB3-45A4-AA83-6D37523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AC2914-6F8F-40EA-A78C-A65DFD0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Ответ потерян. Операция уже выполнена.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7B2B9A-0E18-4421-B50C-64E485D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D808CF-5F45-43C9-ACBF-75715822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3090E1-9C77-4EF2-9EDD-B39D031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Проблема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1617C41-2FE8-4A32-9A1B-0249F096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Сервис оплаты списал деньги,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но вызывающий сервис не получил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Повтор запроса может создать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второе списание.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6078DE1-DCD2-451D-AF7B-B7D3D9FC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Задача инженера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52330B-9C73-43C8-924D-7429579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Повторить ту же последовательность.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Найти необходимые вмешательства.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Проверить исправление в тех же условиях.</a:t>
            </a:r>
          </a:p>
        </p:txBody>
      </p:sp>
    </p:spTree>
    <p:extLst>
      <p:ext uri="{BB962C8B-B14F-4D97-AF65-F5344CB8AC3E}">
        <p14:creationId xmlns:p14="http://schemas.microsoft.com/office/powerpoint/2010/main" val="1817500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7682629-88BE-4E58-8A30-B688327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3CBE1F-B0DF-4954-B2FC-5B713235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Один процесс: повтор → сокращение → проверка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235F52-10A6-4AA0-8067-CFB321E4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BD53C6A-9A38-467E-80A8-F717668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878346-3CFC-437B-AFAD-BFBDB1F3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1. Сохранить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73F8992-E873-42B9-B619-9620E6D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Сценарий, seed, версии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и конкретный инвариант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3B41272-0F72-4EC3-AC11-14D65FC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050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2. Сократить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594ACCC-801B-4CF6-8EDA-EA2E715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8137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Удалить лишние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вмешательства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503E9-B30C-4F96-9A99-3C6A7C9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3. Проверить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C87078A-9C09-40AA-A8A0-81B4DAED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Сравнить исходную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и исправленную версии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317FF07-5142-43F3-90FC-2A1EE0C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Пользователи: backend-разработчики и инженеры автоматизации тестирования.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561052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330F50A-6B9D-4CD1-A552-8BC1EAF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2BDA2E-21C0-4793-89DB-F997EEA8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Сильные аналоги уже существуют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9B59C1F-A0DA-469C-818E-EF96D41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D78D66-3126-4EF4-8780-DEE7E778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4EBB61D-70C6-4283-ABF3-E40CE552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Reynard / Filibuster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1CB758-752C-485C-9244-C680740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Автоматическое внедрение частичных отказов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5D58CFE-95AF-4D26-AAC7-7BC7AA8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Antithesis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5A50E6E-2AC4-4005-B489-69A00E0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0515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Глубокий детерминированный контроль исполнения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F9F68AE-91E2-4452-A803-D3407D37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Chaos Mesh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EC46F83-ED4D-4FED-96F8-862D934C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7667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Chaos-эксперименты в Kubernetes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276C72F-9920-4AB3-9F6F-EB3500B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Keploy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68F2505-91C2-47B6-96E2-A1639BAE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4820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Запись и повтор API-тестов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AE27347-82A2-4F85-8063-A22C37E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Полная матрица: 5 систем × 10 критериев. Неподтверждённая функция ≠ отсутствующая.</a:t>
            </a:r>
          </a:p>
        </p:txBody>
      </p:sp>
    </p:spTree>
    <p:extLst>
      <p:ext uri="{BB962C8B-B14F-4D97-AF65-F5344CB8AC3E}">
        <p14:creationId xmlns:p14="http://schemas.microsoft.com/office/powerpoint/2010/main" val="4261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02AF758-45FA-4B6F-B993-366BF984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6CE077-A6FD-4EDA-8B25-E5FF114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Вклад проверяется экспериментом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AA37F2-D6BF-4A89-812F-15964102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0AB3D5-8DC4-40A0-A59B-04449163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19CC90-FB17-4AC8-8B0F-635BE6F0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Исследовательский вопрос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79EAC7-95BB-4F88-8D4D-B4BA5C7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Помогает ли порядок кандидатов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сократить число запусков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при уменьшении сценария сбоя?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9A0F045-3F28-482D-BB60-B5B5128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Честное сравнение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49395B-AA02-498E-A325-289EAE6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Baseline: обычный ddmin.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Вариант: приоритет по связям.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Общая валидация, oracle и бюджет.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2B2BE2E-161A-495A-905D-2FC1CCF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Гипотеза: меньше выполненных запусков при сохранении исходного нарушения.</a:t>
            </a:r>
          </a:p>
        </p:txBody>
      </p:sp>
    </p:spTree>
    <p:extLst>
      <p:ext uri="{BB962C8B-B14F-4D97-AF65-F5344CB8AC3E}">
        <p14:creationId xmlns:p14="http://schemas.microsoft.com/office/powerpoint/2010/main" val="1109634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DA7678A-91D0-4640-9D06-B04C8C03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463C63-7698-4FCA-9E5C-CFA6A44E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MVP ограничен управляемым HTTP-стендом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1F27F0-9910-411F-9B1D-185D93E9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8BEC440-3697-469A-A9AF-BDB1E2E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DC6D11C-6342-4106-B142-C5C0765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Обязательная версия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6622B8-67D8-4D45-B4D7-06A28D1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Docker Compose и PostgreSQL.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HTTP/JSON между тремя сервисами.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Задержка, ошибка, потеря ответа.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Replay, reducer и таймлайн.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AD8750-AD5B-4981-9DDD-6A131C4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Границы применимости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ABC5B47-CDA0-4AAF-A387-0EF7AC79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Последовательные запуски.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Фиксированные seed и версии.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Без Kubernetes, очередей и production.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Без полного детерминизма ОС.</a:t>
            </a:r>
          </a:p>
        </p:txBody>
      </p:sp>
    </p:spTree>
    <p:extLst>
      <p:ext uri="{BB962C8B-B14F-4D97-AF65-F5344CB8AC3E}">
        <p14:creationId xmlns:p14="http://schemas.microsoft.com/office/powerpoint/2010/main" val="417212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15483516-8342-43AC-BA47-E689C31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F202B0-7124-4A4B-B4E3-715B65AF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Архитектура разделяет управление и стенд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FA6FB0-F976-450B-952E-7AE33C86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8FCAE2-C880-451C-A656-C15E349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9DF88-D313-4B3B-B06D-DE361C2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4889ED-CDE4-4728-87DB-2D22D03F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Web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0FAA4-3C4F-4910-A50B-D81138DA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3B214A4-6EF4-490C-9C77-FE89626B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Controller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FBCA-906F-4D43-8C3C-F117ABD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714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7237DEC-E3A1-4A22-84A5-F7A42B0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479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Metadata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E0F22-1555-42D5-B279-1D3A63C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76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913C5AD-D63D-44FD-8B59-7B83802B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672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Proxy / Scheduler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C0D95-E356-439D-B758-7D501FA8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F66C5C8-B1D3-484E-85BB-4D82707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Runner + Oracle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A6808-5A0D-4D77-8DF8-B1CC0396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714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FF6"/>
          </a:solidFill>
          <a:ln xmlns:a="http://schemas.openxmlformats.org/drawingml/2006/main" w="9525">
            <a:solidFill>
              <a:srgbClr val="B3C5D5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19500E7-15AB-49A7-A813-A4AE304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672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Reducer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592D1C6-C331-4FA9-A596-8FDA5FE3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765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REST →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CE584AA-8F96-4050-9E6F-5F2D484A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765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AAB9264-6287-4939-8D75-E55DA94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Правила от Controller ↓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BF8B4A9-508B-483A-8CFF-84CE0C1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385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запуск ↓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FDCB3A5-886F-4674-B50F-D66E663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95775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← кандидат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BC85358-5634-4DDD-9A51-744B4CE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Тестовый стенд: orders → payments → inventory · отдельная БД и reset</a:t>
            </a:r>
          </a:p>
        </p:txBody>
      </p:sp>
    </p:spTree>
    <p:extLst>
      <p:ext uri="{BB962C8B-B14F-4D97-AF65-F5344CB8AC3E}">
        <p14:creationId xmlns:p14="http://schemas.microsoft.com/office/powerpoint/2010/main" val="1689153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3A8FC45-3320-4EA5-886B-E3DEFFA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B438D9-0738-444B-912C-4DF0B85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Любое падение не равно исходному сбою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7C6DDC-82F9-43F6-9674-0652B99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6903F8-4169-4A93-A306-D0CD88EC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75BC734-0187-4883-940B-5705CC8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Сохраняем причину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ED8262E-60FC-4A8B-9587-7E180AA9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Одинаковый invariant ID.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Одинаковые seed и image digests.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Однозначный selector события.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Три подтверждения кандидата.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DAC1B20-0E49-4958-8737-F5C9C17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Разделяем исходы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60A1E20-E2DC-470D-8B2A-23AB6D49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ORIGINAL_FAILURE / PASS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OTHER_FAILURE / TIMEOUT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INFRA_ERROR / INAPPLICABLE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CANCELLED — отдельный статус.</a:t>
            </a:r>
          </a:p>
        </p:txBody>
      </p:sp>
    </p:spTree>
    <p:extLst>
      <p:ext uri="{BB962C8B-B14F-4D97-AF65-F5344CB8AC3E}">
        <p14:creationId xmlns:p14="http://schemas.microsoft.com/office/powerpoint/2010/main" val="875579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D2F697F-0A27-4832-B6C2-7391B149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544BBF-CB1A-4FA6-AFE7-101E100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Макет показывает основной рабочий путь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356C0D-1C67-4E82-A8DA-6F36921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88F7B7-894C-4A01-9787-C3CF5B31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0326F4-853E-415A-924B-608D3782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Настроить вмешательство → увидеть события → сократить → сравнить версии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A2DE3A0-7AB1-4C94-8E6D-64A53B4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Откройте prototype/index.html в браузере.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Экспортируется JSON с явной пометкой synthetic.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Показанные списания и события — демонстрационные данные.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Backend в макете не подключён.</a:t>
            </a:r>
          </a:p>
        </p:txBody>
      </p:sp>
    </p:spTree>
    <p:extLst>
      <p:ext uri="{BB962C8B-B14F-4D97-AF65-F5344CB8AC3E}">
        <p14:creationId xmlns:p14="http://schemas.microsoft.com/office/powerpoint/2010/main" val="1104561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04916CAB-127F-48FE-8D94-DE505F76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93E306-5C0F-479B-9593-B9CD897E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Измеряем воспроизведение и стоимость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99AFCB-076E-4629-A798-842FD31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62B2CB-C1A6-4F3D-B605-59E7348C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A2571DD-4617-4172-A9B8-0EF3A97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План эксперимента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C5BEE86-F27C-4E42-BA6D-3EB86D0F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6 заранее описанных сценариев.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10 прогонов сокращения / алгоритм.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30 повторов итогового сценария.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100 запусков или 10 минут — бюджет.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8AED117-CF82-4869-A35E-5B72634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Что публикуем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939DE0F-77F1-4E3A-AAD5-3151B5A8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Размер сценария до и после.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Число запусков и общее время.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Долю ORIGINAL_FAILURE и CI.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Неудачи и завершения по лимиту.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01F7890-7D35-43A7-B5B9-1D76AFFD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Все числа на этом слайде — параметры плана. Измерения ещё не проведены.</a:t>
            </a:r>
          </a:p>
        </p:txBody>
      </p:sp>
    </p:spTree>
    <p:extLst>
      <p:ext uri="{BB962C8B-B14F-4D97-AF65-F5344CB8AC3E}">
        <p14:creationId xmlns:p14="http://schemas.microsoft.com/office/powerpoint/2010/main" val="1779642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CF63A322-0CED-416F-BFB2-16F3E8F2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6577980-C497-4F35-9DCA-E8A04114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У каждого участника свой результат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404A86-72A1-4051-9F14-01E0FF8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82B39A-D7DB-46FC-8D33-F1350CA1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720C4D-DE91-49AE-86D5-AE1F4A2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Tamerlan Khassenov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387C905-A319-4F21-AB8D-69AF72A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381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Прокси, selectors и controller.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Архитектура и интеграция.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031D81C-7162-45B9-B149-1B26812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Aldiyar Gaisa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E9FD54-C0C0-406B-AFFE-98F0287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333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Reset, oracle и reducers.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Протокол экспериментов.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91A4D8D-0B7E-4F13-9419-DAF8920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4790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Askhat</a:t>
            </a:r>
          </a:p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Rakhmetollayev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5622C2C-03AF-4A4F-85FE-EA267A4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33700"/>
            <a:ext cx="3286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UI и таймлайн.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UX-проверка и презентация.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90B655E-1DD0-40FD-B1DD-464649AC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Реальные задачи → личные ветки → PR → review другого участника → main.</a:t>
            </a:r>
          </a:p>
        </p:txBody>
      </p:sp>
    </p:spTree>
    <p:extLst>
      <p:ext uri="{BB962C8B-B14F-4D97-AF65-F5344CB8AC3E}">
        <p14:creationId xmlns:p14="http://schemas.microsoft.com/office/powerpoint/2010/main" val="41700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BCB934DF-4E4F-403F-A7C0-5172525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ПРОЕКТ ДИПЛОМНОЙ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2EC988A-2446-4EF1-A170-9DB5992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К 24 октября: проверить и согласовать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658A3B-B79E-4661-AF31-2ABD19B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ReproService · SE-2416 · 14.10.2026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49CCFB-73F4-450F-B328-0AA5A97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8708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5726D3-D229-416E-AAD4-D35993FE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Подготовлено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610873-EF7A-4A5A-B47F-DD91468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Обзор: 9 научных публикаций.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Матрица аналогов и выбор технологий.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Требования, схемы и UX-макет.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Протокол, backlog и презентация.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87CA35A-C0A0-4E7D-885D-4E516CE9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Осталось подтвердить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7EA413A-A857-4B71-BBF0-B21825D4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813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3–5 реальных интервью.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Замечания руководителя и исправления.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Git / YouTrack и персональная история.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B45"/>
                </a:solidFill>
                <a:latin typeface="DejaVu Sans"/>
                <a:ea typeface="DejaVu Sans"/>
                <a:cs typeface="DejaVu Sans"/>
              </a:rPr>
              <a:t>Понимание материалов всей командой.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41FAE0D-EC4E-4D7B-8B66-51516199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F6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6F61"/>
                </a:solidFill>
                <a:latin typeface="DejaVu Sans"/>
                <a:ea typeface="DejaVu Sans"/>
                <a:cs typeface="DejaVu Sans"/>
              </a:rPr>
              <a:t>Следующий шаг: review команды → интервью → встреча с руководителем → фиксация пакета.</a:t>
            </a:r>
          </a:p>
        </p:txBody>
      </p:sp>
    </p:spTree>
    <p:extLst>
      <p:ext uri="{BB962C8B-B14F-4D97-AF65-F5344CB8AC3E}">
        <p14:creationId xmlns:p14="http://schemas.microsoft.com/office/powerpoint/2010/main" val="949007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2026-10-14T07:40:11.5050000Z</dcterms:created>
  <dcterms:modified xsi:type="dcterms:W3CDTF">2026-10-14T07:40:11.5050000Z</dcterms:modified>
</coreProperties>
</file>